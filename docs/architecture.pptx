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для домашнего киносервера на Synology + Plex.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все компоненты связаны: от железа до доставки фильма пользователю.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docs/architecture.pptx · параллельная версия — ARCHITECTURE.md в корне репо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действующие лица системы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25400">
            <a:solidFill>
              <a:srgbClr val="E5A0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Пользователь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Telegram-клиент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(iOS / Android / Desktop)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/search, /new, /admin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inline-кнопки → callbacks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клики по deeplink-кнопкам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Edge &amp; DNS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Free Plan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 morplex.ru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A-запись plex (Proxied)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termination (CF cert)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anti-DDoS, скрытие WAN IP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 network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66760" y="288036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NAS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Keenetic + XKeen + inadyn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Synology DSM 7.3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 Manager: bot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Station, DS, Plex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30936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E5A00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правило: входящий трафик идёт CF → Router NAT → NAS; исходящий из NAS — через XKeen TPROXY, не наоборот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Overview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запущено на NAS и роутере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8F8F8"/>
          </a:solidFill>
          <a:ln w="25400">
            <a:solidFill>
              <a:srgbClr val="E5A0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Synology NAS · DSM 7.3.2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Container 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Docker-контейнер tg-torrent-bot, mount state-папки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Station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plex.morplex.ru:80 → отдаёт plex.html (deeplink redirect)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941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Download Station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950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.torrent/magnet через API; долгая загрузка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261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Plex Media Server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5171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Индексирует /volume1/video, отдаёт metadata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828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/volume1/video/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084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folder: DS пишет, Plex читает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state/*.json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650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JSON-файлов с persistent state бота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8F8F8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🛜 Router · Keenetic + entware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Keenetic 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816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NAT, firewall, PPPoE; WAN: 203.0.113.x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OPKG / entware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Пакетный менеджер OpenWRT-style (/opt/)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6941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XKeen (Xray)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3950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TPROXY на исходящем трафике из LAN (bypass-VPN)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261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inadyn 2.12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45171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DDNS-клиент: читает eth3, пушит в CF API каждые 5 мин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828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forwarding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5084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→ NAS:80 (CF Proxied), 8080 → NAS:80 (legacy)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5650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XKeen не трогает входящие — только исходящие LAN→WAN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Infrastructure stack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структура bot.py и зависимости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3108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5A00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3154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bot.py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0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handlers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точка входа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rutracker.py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login, search, download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638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jackett.py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Jackett search + download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611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90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PlexClient: movies + shows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583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kinopoisk.py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87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enrichment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0" y="201168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0665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download_station.py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2395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REST API client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0" y="3108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31638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state_store.py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3493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0" y="4206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42611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movie_discovery.py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4590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/new ranking &amp; score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0" y="53035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53583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task_policies.py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92640" y="5687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rules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178308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8379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keyboards.py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2167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InlineKeyboard builders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5349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54041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formatters.py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5733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regex: seasons, quality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модули — pure-Python без heavy frameworks. Полное покрытие тестами в tests/ (645+ tests).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background loops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бот хранит и когда что-то делает в фоне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State files (state/*.json)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approved_chat_ids.json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одобренные пользователи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86400" cy="365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task_owners.json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715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task_id → chat_id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54864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99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task_meta.json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099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kind, title, year, series_query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5486400" cy="365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notified_tasks.json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483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sent, failures, subscribers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54864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67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auto_delete_tasks.json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867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очистки задач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topic_subscriptions.json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подписки на новые серии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90288"/>
            <a:ext cx="54864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36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movie_discovery_cache.json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636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с score + KP cache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974336"/>
            <a:ext cx="5486400" cy="365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020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movie_discovery_settings.json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50200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seen, trackers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358384"/>
            <a:ext cx="54864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404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pending_downloads.json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54041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отложенные с retry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742432"/>
            <a:ext cx="5486400" cy="365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788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tracker_processed.json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5788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добавлены public-трекеры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Background loops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7920" y="2286000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2404872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24048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23591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_movie_discovery_loop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23760" y="26334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 top-N + KP + push новинок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063240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3182112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18211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23760" y="3136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_tracker_background_loop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23760" y="34107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трекеры для BT-задач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3840480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959352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395935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223760" y="3913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_task_maintenance_loop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223760" y="418795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+ auto-delete + pending + prune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4617720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4736592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473659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223760" y="46908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_plex_poll_after_finish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223760" y="49651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polling 30с × 20 (до 10 мин)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5394960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55080" y="5513832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/>
        </p:spPr>
      </p:sp>
      <p:sp>
        <p:nvSpPr>
          <p:cNvPr id="59" name="Text 57"/>
          <p:cNvSpPr/>
          <p:nvPr/>
        </p:nvSpPr>
        <p:spPr>
          <a:xfrm>
            <a:off x="6355080" y="551383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223760" y="54681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_subscription_check_loop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223760" y="574243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серии для RT/Jackett подписок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State &amp; background loops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поиск и скачивание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/search до задачи в Download Station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787652" cy="457200"/>
          </a:xfrm>
          <a:prstGeom prst="roundRect">
            <a:avLst>
              <a:gd name="adj" fmla="val 10000"/>
            </a:avLst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9674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82012" y="1828800"/>
            <a:ext cx="1787652" cy="457200"/>
          </a:xfrm>
          <a:prstGeom prst="roundRect">
            <a:avLst>
              <a:gd name="adj" fmla="val 10000"/>
            </a:avLst>
          </a:prstGeom>
          <a:solidFill>
            <a:srgbClr val="E5A00D"/>
          </a:solidFill>
          <a:ln/>
        </p:spPr>
      </p:sp>
      <p:sp>
        <p:nvSpPr>
          <p:cNvPr id="9" name="Text 7"/>
          <p:cNvSpPr/>
          <p:nvPr/>
        </p:nvSpPr>
        <p:spPr>
          <a:xfrm>
            <a:off x="2382012" y="182880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5838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61104" y="1828800"/>
            <a:ext cx="1787652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261104" y="182880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54930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40196" y="1828800"/>
            <a:ext cx="1787652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140196" y="182880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Kinopoisk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34022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019288" y="1828800"/>
            <a:ext cx="1787652" cy="45720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8019288" y="182880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3114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898380" y="1828800"/>
            <a:ext cx="1787652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182880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79220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396746" y="2743200"/>
            <a:ext cx="1879092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396746" y="2468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 Аркейн сезон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75838" y="3246120"/>
            <a:ext cx="1879092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275838" y="297180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Jackett search (indexers)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54930" y="3749040"/>
            <a:ext cx="-1879092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275838" y="347472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75838" y="4251960"/>
            <a:ext cx="3758184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275838" y="397764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enrichment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75838" y="4270248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рейтинг, постер, год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34022" y="4937760"/>
            <a:ext cx="-3758184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275838" y="466344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75838" y="5440680"/>
            <a:ext cx="-1879092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396746" y="516636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карточек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96746" y="5943600"/>
            <a:ext cx="1879092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396746" y="56692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«✅ Скачать»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75838" y="6446520"/>
            <a:ext cx="5637276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275838" y="6172200"/>
            <a:ext cx="56372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pre-check (есть уже?)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75838" y="6949440"/>
            <a:ext cx="1879092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275838" y="667512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Jackett download_torrent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75838" y="6967728"/>
            <a:ext cx="18790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chain: RT direct → magnet → pending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75838" y="7635240"/>
            <a:ext cx="7516368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275838" y="7360920"/>
            <a:ext cx="7516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create_torrent_file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75838" y="8138160"/>
            <a:ext cx="-187909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396746" y="786384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Задача добавлена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Flow: поиск и скачивание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уведомление о завершении + Plex polling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когда DS-задача переходит в finished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84655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57830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E5A00D"/>
          </a:solidFill>
          <a:ln/>
        </p:spPr>
      </p:sp>
      <p:sp>
        <p:nvSpPr>
          <p:cNvPr id="9" name="Text 7"/>
          <p:cNvSpPr/>
          <p:nvPr/>
        </p:nvSpPr>
        <p:spPr>
          <a:xfrm>
            <a:off x="2757830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3956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012741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12741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267651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267651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4938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522562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2562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04297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839566" y="2743200"/>
            <a:ext cx="4509821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839566" y="2468880"/>
            <a:ext cx="45098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list_tasks() (180s tick)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49386" y="3246120"/>
            <a:ext cx="-4509821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39566" y="2971800"/>
            <a:ext cx="45098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status=finished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39566" y="3749040"/>
            <a:ext cx="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839566" y="3474720"/>
            <a:ext cx="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error / dedup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39566" y="4251960"/>
            <a:ext cx="225491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839566" y="397764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 «✅ Загрузка завершена» + кнопка Plex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4476" y="4754880"/>
            <a:ext cx="-4509821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584655" y="4480560"/>
            <a:ext cx="45098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push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39566" y="5257800"/>
            <a:ext cx="6764731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839566" y="4983480"/>
            <a:ext cx="676473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_plex_poll_after_finish (10 мин)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604297" y="5760720"/>
            <a:ext cx="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604297" y="5486400"/>
            <a:ext cx="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refresh + lookup (каждые 30s)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04297" y="5779008"/>
            <a:ext cx="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title-only fallback при year-mismatch (для сериалов)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604297" y="6446520"/>
            <a:ext cx="-6764731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839566" y="6172200"/>
            <a:ext cx="676473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39566" y="6949440"/>
            <a:ext cx="225491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839566" y="667512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 «✅ X добавлен в Plex»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94476" y="7452360"/>
            <a:ext cx="-4509821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584655" y="7178040"/>
            <a:ext cx="45098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push с deeplink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Flow: уведомление о завершении + Plex polling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открытие фильма в Plex (deeplink)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при тапе кнопки «▶️ Смотреть в Plex»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62525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13570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113570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73175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724221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F38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724221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382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34871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334871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447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945521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E5A00D"/>
          </a:solidFill>
          <a:ln/>
        </p:spPr>
      </p:sp>
      <p:sp>
        <p:nvSpPr>
          <p:cNvPr id="18" name="Text 16"/>
          <p:cNvSpPr/>
          <p:nvPr/>
        </p:nvSpPr>
        <p:spPr>
          <a:xfrm>
            <a:off x="6945521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0512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556171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/>
        </p:spPr>
      </p:sp>
      <p:sp>
        <p:nvSpPr>
          <p:cNvPr id="21" name="Text 19"/>
          <p:cNvSpPr/>
          <p:nvPr/>
        </p:nvSpPr>
        <p:spPr>
          <a:xfrm>
            <a:off x="8556171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iOS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15777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166822" y="1828800"/>
            <a:ext cx="1519210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6822" y="1828800"/>
            <a:ext cx="15192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Web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26427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262525" y="2743200"/>
            <a:ext cx="161065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262525" y="246888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«▶️ Смотреть в Plex»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73175" y="3246120"/>
            <a:ext cx="161065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873175" y="297180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GET plex.morplex.ru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3826" y="3749040"/>
            <a:ext cx="161065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483826" y="347472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origin :80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3826" y="3767328"/>
            <a:ext cx="16106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mode, CF cert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94476" y="4434840"/>
            <a:ext cx="161065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094476" y="416052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80 → NAS:80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05126" y="4937760"/>
            <a:ext cx="-1610650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094476" y="466344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plex.html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4476" y="5440680"/>
            <a:ext cx="-1610650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483826" y="516636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3826" y="5943600"/>
            <a:ext cx="-1610650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873175" y="566928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html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73175" y="6446520"/>
            <a:ext cx="-161065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262525" y="6172200"/>
            <a:ext cx="16106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Safari/Chrome рендерит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262525" y="6949440"/>
            <a:ext cx="8053251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262525" y="6675120"/>
            <a:ext cx="80532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location.href = plex://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62525" y="6967728"/>
            <a:ext cx="80532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Plex app открывается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262525" y="7635240"/>
            <a:ext cx="9663902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262525" y="7360920"/>
            <a:ext cx="96639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→ app.plex.tv/desktop/...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62525" y="7653528"/>
            <a:ext cx="96639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Web показывает фильм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· Flow: открытие фильма в Plex (deeplink)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смена WAN IP провайдером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inadyn на роутере держит DNS-запись актуальной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84655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57830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757830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3956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012741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E5A00D"/>
          </a:solidFill>
          <a:ln/>
        </p:spPr>
      </p:sp>
      <p:sp>
        <p:nvSpPr>
          <p:cNvPr id="12" name="Text 10"/>
          <p:cNvSpPr/>
          <p:nvPr/>
        </p:nvSpPr>
        <p:spPr>
          <a:xfrm>
            <a:off x="5012741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inadyn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267651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F38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267651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49386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522562" y="1828800"/>
            <a:ext cx="2163470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9522562" y="1828800"/>
            <a:ext cx="21634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DNS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04297" y="2286000"/>
            <a:ext cx="0" cy="3931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584655" y="2743200"/>
            <a:ext cx="225491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584655" y="246888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PPPoE reconnect, new IP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39566" y="3246120"/>
            <a:ext cx="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39566" y="2971800"/>
            <a:ext cx="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eth3: 203.0.113.99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9566" y="3264408"/>
            <a:ext cx="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интерфейса изменился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94476" y="3931920"/>
            <a:ext cx="-225491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839566" y="365760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-4 addr show eth3 (каждые 5 мин)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39566" y="4434840"/>
            <a:ext cx="2254910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39566" y="416052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203.0.113.99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4476" y="4937760"/>
            <a:ext cx="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094476" y="4663440"/>
            <a:ext cx="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mismatch detected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94476" y="5440680"/>
            <a:ext cx="225491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094476" y="516636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/dns_records/REC_ID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94476" y="5458968"/>
            <a:ext cx="225491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49386" y="6126480"/>
            <a:ext cx="225491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8349386" y="585216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zone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49386" y="6629400"/>
            <a:ext cx="-2254910" cy="0"/>
          </a:xfrm>
          <a:prstGeom prst="line">
            <a:avLst/>
          </a:prstGeom>
          <a:noFill/>
          <a:ln w="25400">
            <a:solidFill>
              <a:srgbClr val="AB7805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094476" y="6355080"/>
            <a:ext cx="2254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94476" y="7132320"/>
            <a:ext cx="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94476" y="6858000"/>
            <a:ext cx="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:= new IP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604297" y="7635240"/>
            <a:ext cx="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0604297" y="7360920"/>
            <a:ext cx="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 propagation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04297" y="7653528"/>
            <a:ext cx="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по hostname продолжают доступ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· Flow: смена WAN IP провайдером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Flows: pending queue &amp; admin reset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сценария recovery в одном слайде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 download queue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tap «✅ Скачать»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Jackett download (failed)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rutracker direct (failed)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User: ошибка + кнопки [🔄][⏳][✖️]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tap «⏳ Поставить в очередь»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pending_downloads.json (TTL 24h)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every 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try chain Jackett→RT→magnet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→ push «✅ стартовала»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24h → push «⌛ не удалось за 24ч»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Admin: сброс failure-счётчиков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 /admin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load notified_tasks.json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подсчёт stuck (failures[X] ≥ 3)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Admin: «⚠️ зависших 3 задач»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 tap «🔄 Сбросить счётчики (3)»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for each entry: failures = {}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save state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→ Admin: «✅ сброшено для 3 задач»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next tick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Push'и снова доставляются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Recovery flows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Proxied + DDNS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HTTPS-запрос идёт через CF + watchdog на роутере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2103120"/>
          </a:xfrm>
          <a:prstGeom prst="roundRect">
            <a:avLst>
              <a:gd name="adj" fmla="val 4348"/>
            </a:avLst>
          </a:prstGeom>
          <a:solidFill>
            <a:srgbClr val="FFF9E6"/>
          </a:solidFill>
          <a:ln w="25400">
            <a:solidFill>
              <a:srgbClr val="E5A0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Запрос на страницу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A0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https://plex.morplex.ru/plex.html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3017520"/>
            <a:ext cx="18288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2377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A0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Edge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(CF cert)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18288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377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A0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lookup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 → 203.0.113.42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017520"/>
            <a:ext cx="18288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2377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A0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NAT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→ NAS:80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69680" y="3017520"/>
            <a:ext cx="182880" cy="0"/>
          </a:xfrm>
          <a:prstGeom prst="line">
            <a:avLst/>
          </a:prstGeom>
          <a:noFill/>
          <a:ln w="25400">
            <a:solidFill>
              <a:srgbClr val="E5A00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52560" y="2377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A0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9828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plex.html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1274552" cy="2103120"/>
          </a:xfrm>
          <a:prstGeom prst="roundRect">
            <a:avLst>
              <a:gd name="adj" fmla="val 4348"/>
            </a:avLst>
          </a:prstGeom>
          <a:solidFill>
            <a:srgbClr val="EEF2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DDNS sync (каждые 5 мин)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54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inadyn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166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eth3 (local, минуя XKeen)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5303520"/>
            <a:ext cx="182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743200" y="4663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4754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5166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203.0.113.99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5303520"/>
            <a:ext cx="182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46320" y="4663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754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cache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5166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5303520"/>
            <a:ext cx="182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949440" y="4663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4754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API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5166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/dns_records (Bearer token)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869680" y="5303520"/>
            <a:ext cx="182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52560" y="46634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4754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DNS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98280" y="5166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· ~30s propagate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· Cloudflare Proxied + DDNS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построили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ключевых изменений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385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cards on cache hit; rename Plex unmatched button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385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38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SxxExx series format в фильтре сезонов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0545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05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4414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Plex unmatched notify toggle для мобильных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395728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50545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505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4414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retries на «no results» dead-end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62656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07238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72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0083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transient errors без штрафа; persist state per-task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62656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07238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072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30083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 на rutracker_client при Jackett 404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9584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639312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35753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error + кнопка «🔄 Повторить» при сбое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529584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639312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35753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 с auto-retry и TTL 24ч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96512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2062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4142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skip reasons + recover recipients from card registry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4096512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2062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142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plex:// → https Plex Universal Link; format-bug защита classifier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663440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77316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737360" y="4709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to CineDownload + reorganise features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4663440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77316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4709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PLEX_DEEPLINK_BASE_URL для нативного iOS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230368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34009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5340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737360" y="5276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title-only при series year-mismatch (Good Omens fix)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17920" y="5230368"/>
            <a:ext cx="5394960" cy="50292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9360" y="534009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A00D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5340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98080" y="5276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Station + Cloudflare Proxied + inadyn DDNS на роутере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· Build timeline · 13 commits + infra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515600" y="649224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CineDownload · v1.0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365760" cy="54864"/>
          </a:xfrm>
          <a:prstGeom prst="rect">
            <a:avLst/>
          </a:prstGeom>
          <a:solidFill>
            <a:srgbClr val="E5A0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зависимости которые держат всю систему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2011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3.14, python-telegram-bot 22.x, asyncio, httpx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(Synology Container Manager), Alpine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JSON-файлы с atomic write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9.x, unittest.mock, 645+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Bot, Cloudflare, Plex PMS, Kinopoisk, Jackett (Torznab)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7.3.2 (Synology)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4754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Keenetic + OPKG/entware, XKeen (Xray), inadyn 2.12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CDN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5212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Free Plan (Proxied)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5669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(Mermaid) + architecture.pptx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github.com/KiMorev/tg-torrent-bot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CineDownload Architecture</dc:title>
  <dc:subject>PptxGenJS Presentation</dc:subject>
  <dc:creator>PptxGenJS</dc:creator>
  <cp:lastModifiedBy>PptxGenJS</cp:lastModifiedBy>
  <cp:revision>1</cp:revision>
  <dcterms:created xsi:type="dcterms:W3CDTF">2026-05-20T04:14:37Z</dcterms:created>
  <dcterms:modified xsi:type="dcterms:W3CDTF">2026-05-20T04:14:37Z</dcterms:modified>
</cp:coreProperties>
</file>